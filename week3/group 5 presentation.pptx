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3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2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96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6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41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11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957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71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9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436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85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856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02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A0541E-F6AA-4B43-ACAE-2C81E3A57AE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E2A6DE-11A3-4D2B-969F-0E3ACE1D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EF3A-8263-4AB4-AC61-F3781F570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590261"/>
            <a:ext cx="6807204" cy="2591533"/>
          </a:xfrm>
        </p:spPr>
        <p:txBody>
          <a:bodyPr/>
          <a:lstStyle/>
          <a:p>
            <a:r>
              <a:rPr lang="en-US" sz="2400" dirty="0"/>
              <a:t>GROUP-5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INTRODUCTION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TITLE: </a:t>
            </a:r>
            <a:r>
              <a:rPr lang="en-US" sz="2400" b="1" dirty="0"/>
              <a:t>WINE AND TITANIC DATASET</a:t>
            </a:r>
            <a:br>
              <a:rPr lang="en-US" sz="2400" b="1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79920-8B34-4012-A557-5A6F9643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3372" y="4181794"/>
            <a:ext cx="6815669" cy="1320802"/>
          </a:xfrm>
        </p:spPr>
        <p:txBody>
          <a:bodyPr/>
          <a:lstStyle/>
          <a:p>
            <a:r>
              <a:rPr lang="en-US" dirty="0"/>
              <a:t>Group Member: -</a:t>
            </a:r>
            <a:r>
              <a:rPr lang="en-US" dirty="0" err="1"/>
              <a:t>Hridaya</a:t>
            </a:r>
            <a:r>
              <a:rPr lang="en-US" dirty="0"/>
              <a:t> </a:t>
            </a:r>
            <a:r>
              <a:rPr lang="en-US" dirty="0" err="1"/>
              <a:t>Manandhar</a:t>
            </a:r>
            <a:endParaRPr lang="en-US" dirty="0"/>
          </a:p>
          <a:p>
            <a:r>
              <a:rPr lang="en-US" dirty="0"/>
              <a:t>                   -Pramisha Giri</a:t>
            </a:r>
          </a:p>
        </p:txBody>
      </p:sp>
    </p:spTree>
    <p:extLst>
      <p:ext uri="{BB962C8B-B14F-4D97-AF65-F5344CB8AC3E}">
        <p14:creationId xmlns:p14="http://schemas.microsoft.com/office/powerpoint/2010/main" val="26789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B8A8-DEB9-4563-9744-94213B7CB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9217" y="1871132"/>
            <a:ext cx="6658850" cy="819060"/>
          </a:xfrm>
        </p:spPr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D4ACE-51D1-42B1-9237-8489F5B05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1896" y="3657597"/>
            <a:ext cx="7096171" cy="132080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Predict wine quality using machine learning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the dataset to understand important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Evaluate different models for performance and 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B8A8-DEB9-4563-9744-94213B7CB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9217" y="1871132"/>
            <a:ext cx="6658850" cy="819060"/>
          </a:xfrm>
        </p:spPr>
        <p:txBody>
          <a:bodyPr/>
          <a:lstStyle/>
          <a:p>
            <a:r>
              <a:rPr lang="en-US" dirty="0"/>
              <a:t>Wine 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D4ACE-51D1-42B1-9237-8489F5B05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3358" y="3821770"/>
            <a:ext cx="4134678" cy="1097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1,143 rows and 13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No missing values.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B23E39-3ED7-4A0B-8F79-CFD22BA8B2E9}"/>
              </a:ext>
            </a:extLst>
          </p:cNvPr>
          <p:cNvSpPr txBox="1">
            <a:spLocks/>
          </p:cNvSpPr>
          <p:nvPr/>
        </p:nvSpPr>
        <p:spPr>
          <a:xfrm>
            <a:off x="5539410" y="3821770"/>
            <a:ext cx="4134678" cy="1329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Mostly numerical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Target variable: quality (score from 0 to 10).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5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F7A5A-EE10-4A97-82C8-66C342CB7DB0}"/>
              </a:ext>
            </a:extLst>
          </p:cNvPr>
          <p:cNvSpPr txBox="1"/>
          <p:nvPr/>
        </p:nvSpPr>
        <p:spPr>
          <a:xfrm>
            <a:off x="3087757" y="808382"/>
            <a:ext cx="6016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Exploratory Data Analysis (EDA)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5EDDF-26AA-4E98-B0A4-5A4463D03D8F}"/>
              </a:ext>
            </a:extLst>
          </p:cNvPr>
          <p:cNvSpPr txBox="1"/>
          <p:nvPr/>
        </p:nvSpPr>
        <p:spPr>
          <a:xfrm>
            <a:off x="1119808" y="1653207"/>
            <a:ext cx="995238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Content: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Used .info() and .describe() to understand data types and statistics.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No nulls – clean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All features are numeric, ideal for ML algorithms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Outlier detection and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Feature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Visualization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469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F7A5A-EE10-4A97-82C8-66C342CB7DB0}"/>
              </a:ext>
            </a:extLst>
          </p:cNvPr>
          <p:cNvSpPr txBox="1"/>
          <p:nvPr/>
        </p:nvSpPr>
        <p:spPr>
          <a:xfrm>
            <a:off x="3087757" y="808382"/>
            <a:ext cx="6016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Training, Testing, Interference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5EDDF-26AA-4E98-B0A4-5A4463D03D8F}"/>
              </a:ext>
            </a:extLst>
          </p:cNvPr>
          <p:cNvSpPr txBox="1"/>
          <p:nvPr/>
        </p:nvSpPr>
        <p:spPr>
          <a:xfrm>
            <a:off x="1119808" y="1653207"/>
            <a:ext cx="99523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Model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Support Vector Regression (SVR)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Linear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Random Forest Regressor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Ridge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Support Vector Regression</a:t>
            </a:r>
          </a:p>
        </p:txBody>
      </p:sp>
    </p:spTree>
    <p:extLst>
      <p:ext uri="{BB962C8B-B14F-4D97-AF65-F5344CB8AC3E}">
        <p14:creationId xmlns:p14="http://schemas.microsoft.com/office/powerpoint/2010/main" val="4244759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F7A5A-EE10-4A97-82C8-66C342CB7DB0}"/>
              </a:ext>
            </a:extLst>
          </p:cNvPr>
          <p:cNvSpPr txBox="1"/>
          <p:nvPr/>
        </p:nvSpPr>
        <p:spPr>
          <a:xfrm>
            <a:off x="3087757" y="808382"/>
            <a:ext cx="6016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Training, Testing, Interference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5EDDF-26AA-4E98-B0A4-5A4463D03D8F}"/>
              </a:ext>
            </a:extLst>
          </p:cNvPr>
          <p:cNvSpPr txBox="1"/>
          <p:nvPr/>
        </p:nvSpPr>
        <p:spPr>
          <a:xfrm>
            <a:off x="1119808" y="1653207"/>
            <a:ext cx="99523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Model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Support Vector Regression (SVR)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Linear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Random Forest Regressor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Ridge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Support Vector 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06884-62B2-4A4A-B98F-B3C022E03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651" y="1653207"/>
            <a:ext cx="4114123" cy="2441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487CF-624A-458E-9879-70506F2FA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60" y="3744912"/>
            <a:ext cx="3326297" cy="19741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77DDC9-BA5D-4AE3-A4A0-5C0C19E30B23}"/>
              </a:ext>
            </a:extLst>
          </p:cNvPr>
          <p:cNvSpPr txBox="1"/>
          <p:nvPr/>
        </p:nvSpPr>
        <p:spPr>
          <a:xfrm>
            <a:off x="7367252" y="4187687"/>
            <a:ext cx="377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Accuracy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33524-B6AF-43F0-AB7C-064B71FD1881}"/>
              </a:ext>
            </a:extLst>
          </p:cNvPr>
          <p:cNvSpPr txBox="1"/>
          <p:nvPr/>
        </p:nvSpPr>
        <p:spPr>
          <a:xfrm>
            <a:off x="1973617" y="5792256"/>
            <a:ext cx="377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Mean squared error (MSE)</a:t>
            </a:r>
          </a:p>
        </p:txBody>
      </p:sp>
    </p:spTree>
    <p:extLst>
      <p:ext uri="{BB962C8B-B14F-4D97-AF65-F5344CB8AC3E}">
        <p14:creationId xmlns:p14="http://schemas.microsoft.com/office/powerpoint/2010/main" val="340671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F7A5A-EE10-4A97-82C8-66C342CB7DB0}"/>
              </a:ext>
            </a:extLst>
          </p:cNvPr>
          <p:cNvSpPr txBox="1"/>
          <p:nvPr/>
        </p:nvSpPr>
        <p:spPr>
          <a:xfrm>
            <a:off x="1811392" y="1150262"/>
            <a:ext cx="3124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Baseline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125F3-7598-4A40-85F3-9D6D5212E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53" y="2168179"/>
            <a:ext cx="3643557" cy="28013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247FC9-B6D4-459E-AF81-D894312062D8}"/>
              </a:ext>
            </a:extLst>
          </p:cNvPr>
          <p:cNvSpPr txBox="1"/>
          <p:nvPr/>
        </p:nvSpPr>
        <p:spPr>
          <a:xfrm>
            <a:off x="6096000" y="1150262"/>
            <a:ext cx="5128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Tuning Hyperparameters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257DB-B400-451F-8985-2C83CE54B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42" y="2168179"/>
            <a:ext cx="3491145" cy="280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3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7FAC-58D0-45BE-96D8-E5CF735A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CLASSIFICATION MODEL TITANIC 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53E8FA-AE5C-4B4C-85C8-AE56C1F87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 survival on the Titanic using classification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Titanic dataset from Kaggle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Steps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Building &amp;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 on Test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471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AD9A-29C4-4400-AA83-CA60B6E2E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5E99-A021-4CDB-AE95-E28A7AE56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2900" dirty="0"/>
              <a:t>Checked for </a:t>
            </a:r>
            <a:r>
              <a:rPr lang="en-GB" sz="2900" b="1" dirty="0"/>
              <a:t>null values</a:t>
            </a:r>
            <a:r>
              <a:rPr lang="en-GB" sz="2900" dirty="0"/>
              <a:t> (e.g., in 'Age', 'Cabin', 'Embarked’)</a:t>
            </a:r>
          </a:p>
          <a:p>
            <a:r>
              <a:rPr lang="en-GB" sz="2900" dirty="0"/>
              <a:t>5 rows and 27 columns</a:t>
            </a:r>
          </a:p>
          <a:p>
            <a:r>
              <a:rPr lang="en-GB" sz="2900" dirty="0"/>
              <a:t>Visualizations:</a:t>
            </a:r>
          </a:p>
          <a:p>
            <a:pPr lvl="1"/>
            <a:r>
              <a:rPr lang="en-GB" sz="2900" dirty="0"/>
              <a:t>Survival counts (bar plot)</a:t>
            </a:r>
          </a:p>
          <a:p>
            <a:pPr lvl="1"/>
            <a:r>
              <a:rPr lang="en-GB" sz="2900" dirty="0"/>
              <a:t>Age distribution (histogram)</a:t>
            </a:r>
          </a:p>
          <a:p>
            <a:pPr lvl="1"/>
            <a:r>
              <a:rPr lang="en-GB" sz="2900" dirty="0"/>
              <a:t>Survival by gender (bar plot)</a:t>
            </a:r>
          </a:p>
          <a:p>
            <a:pPr lvl="1"/>
            <a:r>
              <a:rPr lang="en-GB" sz="2900" dirty="0"/>
              <a:t>Correlation heatmap</a:t>
            </a:r>
          </a:p>
          <a:p>
            <a:r>
              <a:rPr lang="en-GB" sz="2900" b="1" dirty="0"/>
              <a:t>Insights</a:t>
            </a:r>
            <a:r>
              <a:rPr lang="en-GB" sz="2900" dirty="0"/>
              <a:t>:</a:t>
            </a:r>
          </a:p>
          <a:p>
            <a:pPr lvl="1"/>
            <a:r>
              <a:rPr lang="en-GB" sz="2900" dirty="0"/>
              <a:t>Females had higher survival rates</a:t>
            </a:r>
          </a:p>
          <a:p>
            <a:pPr lvl="1"/>
            <a:r>
              <a:rPr lang="en-GB" sz="2900" dirty="0"/>
              <a:t>Children and 1st class passengers more likely to survive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27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4AB5-36D3-4313-BD16-85541E10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BC1D07-D09B-4533-8628-7438E69596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097983"/>
            <a:ext cx="78883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 irrelevant columns: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Cabin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Ticket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PassengerId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Imputed missing values: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Age: median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Embarked: most frequent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to numeric using: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LabelEncoder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get_dummies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21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77B6-D8FF-477D-8274-FEAEE4F0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21" y="989620"/>
            <a:ext cx="9601196" cy="1303867"/>
          </a:xfrm>
        </p:spPr>
        <p:txBody>
          <a:bodyPr>
            <a:normAutofit/>
          </a:bodyPr>
          <a:lstStyle/>
          <a:p>
            <a:r>
              <a:rPr lang="en-US" sz="4000" b="1" dirty="0"/>
              <a:t>Model Selection And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F255A7-F528-4A53-BBD8-6B3D7AAC7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2821" y="2656331"/>
            <a:ext cx="94786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data: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(80%) / Test (20%)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3E44-5B29-4B60-AEBC-B7F11011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Hyperparameter Tuning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56FA03-D1FF-42DC-96AC-1A0CB7BF5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475917"/>
            <a:ext cx="51186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GridSearchCV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n_estimators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max_depth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gamma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kernel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performed the best after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model reliability</a:t>
            </a:r>
          </a:p>
        </p:txBody>
      </p:sp>
    </p:spTree>
    <p:extLst>
      <p:ext uri="{BB962C8B-B14F-4D97-AF65-F5344CB8AC3E}">
        <p14:creationId xmlns:p14="http://schemas.microsoft.com/office/powerpoint/2010/main" val="225078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BF15-F847-45D8-8512-BD47D4C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Inference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3F25F-1B57-4903-A4F0-3D328C5EA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Final model inference on </a:t>
            </a:r>
            <a:r>
              <a:rPr lang="en-GB" b="1" dirty="0"/>
              <a:t>test data</a:t>
            </a:r>
            <a:endParaRPr lang="en-GB" dirty="0"/>
          </a:p>
          <a:p>
            <a:r>
              <a:rPr lang="en-GB" b="1" dirty="0"/>
              <a:t>Predictions</a:t>
            </a:r>
            <a:r>
              <a:rPr lang="en-GB" dirty="0"/>
              <a:t> stored and submitted in CSV format</a:t>
            </a:r>
          </a:p>
          <a:p>
            <a:r>
              <a:rPr lang="en-GB" b="1" dirty="0"/>
              <a:t>Conclusion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Effective pipeline from EDA to prediction</a:t>
            </a:r>
          </a:p>
          <a:p>
            <a:pPr lvl="1"/>
            <a:r>
              <a:rPr lang="en-GB" dirty="0"/>
              <a:t>Feature selection and tuning significantly improved performance</a:t>
            </a:r>
          </a:p>
          <a:p>
            <a:pPr lvl="1"/>
            <a:r>
              <a:rPr lang="en-GB" dirty="0"/>
              <a:t>Balanced use of visualization and ML techniques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60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128</TotalTime>
  <Words>455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Unicode MS</vt:lpstr>
      <vt:lpstr>Garamond</vt:lpstr>
      <vt:lpstr>Organic</vt:lpstr>
      <vt:lpstr>GROUP-5  INTRODUCTION  TITLE: WINE AND TITANIC DATASET  </vt:lpstr>
      <vt:lpstr>Project Objective</vt:lpstr>
      <vt:lpstr>Wine Dataset Overview</vt:lpstr>
      <vt:lpstr>PowerPoint Presentation</vt:lpstr>
      <vt:lpstr>PowerPoint Presentation</vt:lpstr>
      <vt:lpstr>PowerPoint Presentation</vt:lpstr>
      <vt:lpstr>PowerPoint Presentation</vt:lpstr>
      <vt:lpstr>CLASSIFICATION MODEL TITANIC DATASET</vt:lpstr>
      <vt:lpstr>Exploratory Data Analysis</vt:lpstr>
      <vt:lpstr>Data Preprocessing</vt:lpstr>
      <vt:lpstr>Model Selection And Training</vt:lpstr>
      <vt:lpstr>Hyperparameter Tuning</vt:lpstr>
      <vt:lpstr>Inference and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GROUP-5  INTRODUCTION TITLE: WIND AND TITANIC DATASET</dc:title>
  <dc:creator>prakash giri</dc:creator>
  <cp:lastModifiedBy>prakash giri</cp:lastModifiedBy>
  <cp:revision>9</cp:revision>
  <dcterms:created xsi:type="dcterms:W3CDTF">2025-06-17T06:23:45Z</dcterms:created>
  <dcterms:modified xsi:type="dcterms:W3CDTF">2025-06-17T08:31:46Z</dcterms:modified>
</cp:coreProperties>
</file>